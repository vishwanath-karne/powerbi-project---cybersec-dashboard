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E6FAB-1AA0-49F7-AE06-8370F4959CC7}" v="28" dt="2024-11-21T08:49:40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0" y="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ne vishwanath" userId="48383a22713bf2a6" providerId="LiveId" clId="{3F9E6FAB-1AA0-49F7-AE06-8370F4959CC7}"/>
    <pc:docChg chg="undo custSel addSld modSld">
      <pc:chgData name="karne vishwanath" userId="48383a22713bf2a6" providerId="LiveId" clId="{3F9E6FAB-1AA0-49F7-AE06-8370F4959CC7}" dt="2024-11-21T08:49:40.641" v="65"/>
      <pc:docMkLst>
        <pc:docMk/>
      </pc:docMkLst>
      <pc:sldChg chg="addSp modSp mod modTransition">
        <pc:chgData name="karne vishwanath" userId="48383a22713bf2a6" providerId="LiveId" clId="{3F9E6FAB-1AA0-49F7-AE06-8370F4959CC7}" dt="2024-11-21T08:49:40.641" v="65"/>
        <pc:sldMkLst>
          <pc:docMk/>
          <pc:sldMk cId="2576947189" sldId="256"/>
        </pc:sldMkLst>
        <pc:picChg chg="add mod">
          <ac:chgData name="karne vishwanath" userId="48383a22713bf2a6" providerId="LiveId" clId="{3F9E6FAB-1AA0-49F7-AE06-8370F4959CC7}" dt="2024-11-21T08:45:11.994" v="13" actId="1076"/>
          <ac:picMkLst>
            <pc:docMk/>
            <pc:sldMk cId="2576947189" sldId="256"/>
            <ac:picMk id="5" creationId="{00E23E41-203A-306C-FDD9-0FD864A90D11}"/>
          </ac:picMkLst>
        </pc:picChg>
      </pc:sldChg>
      <pc:sldChg chg="addSp delSp modSp new mod modTransition">
        <pc:chgData name="karne vishwanath" userId="48383a22713bf2a6" providerId="LiveId" clId="{3F9E6FAB-1AA0-49F7-AE06-8370F4959CC7}" dt="2024-11-21T08:48:53.969" v="64"/>
        <pc:sldMkLst>
          <pc:docMk/>
          <pc:sldMk cId="930370328" sldId="257"/>
        </pc:sldMkLst>
        <pc:spChg chg="del">
          <ac:chgData name="karne vishwanath" userId="48383a22713bf2a6" providerId="LiveId" clId="{3F9E6FAB-1AA0-49F7-AE06-8370F4959CC7}" dt="2024-11-21T08:44:30.021" v="6"/>
          <ac:spMkLst>
            <pc:docMk/>
            <pc:sldMk cId="930370328" sldId="257"/>
            <ac:spMk id="3" creationId="{01C04B61-E415-B171-F24E-947F0D869A45}"/>
          </ac:spMkLst>
        </pc:spChg>
        <pc:picChg chg="add mod">
          <ac:chgData name="karne vishwanath" userId="48383a22713bf2a6" providerId="LiveId" clId="{3F9E6FAB-1AA0-49F7-AE06-8370F4959CC7}" dt="2024-11-21T08:44:48.044" v="11" actId="14100"/>
          <ac:picMkLst>
            <pc:docMk/>
            <pc:sldMk cId="930370328" sldId="257"/>
            <ac:picMk id="5" creationId="{A7B216E6-F276-091B-2DD5-DEF12BF2A06F}"/>
          </ac:picMkLst>
        </pc:picChg>
      </pc:sldChg>
      <pc:sldChg chg="addSp delSp modSp new mod modTransition">
        <pc:chgData name="karne vishwanath" userId="48383a22713bf2a6" providerId="LiveId" clId="{3F9E6FAB-1AA0-49F7-AE06-8370F4959CC7}" dt="2024-11-21T08:48:53.969" v="64"/>
        <pc:sldMkLst>
          <pc:docMk/>
          <pc:sldMk cId="3902250946" sldId="258"/>
        </pc:sldMkLst>
        <pc:spChg chg="del">
          <ac:chgData name="karne vishwanath" userId="48383a22713bf2a6" providerId="LiveId" clId="{3F9E6FAB-1AA0-49F7-AE06-8370F4959CC7}" dt="2024-11-21T08:45:25.623" v="15"/>
          <ac:spMkLst>
            <pc:docMk/>
            <pc:sldMk cId="3902250946" sldId="258"/>
            <ac:spMk id="3" creationId="{D7834651-719A-7872-0668-88F9C99FBC29}"/>
          </ac:spMkLst>
        </pc:spChg>
        <pc:picChg chg="add mod">
          <ac:chgData name="karne vishwanath" userId="48383a22713bf2a6" providerId="LiveId" clId="{3F9E6FAB-1AA0-49F7-AE06-8370F4959CC7}" dt="2024-11-21T08:45:37.759" v="20" actId="14100"/>
          <ac:picMkLst>
            <pc:docMk/>
            <pc:sldMk cId="3902250946" sldId="258"/>
            <ac:picMk id="5" creationId="{1FFB36EA-43FC-5114-0FEC-9CF4ADCB7D27}"/>
          </ac:picMkLst>
        </pc:picChg>
      </pc:sldChg>
      <pc:sldChg chg="addSp delSp modSp new mod modTransition">
        <pc:chgData name="karne vishwanath" userId="48383a22713bf2a6" providerId="LiveId" clId="{3F9E6FAB-1AA0-49F7-AE06-8370F4959CC7}" dt="2024-11-21T08:48:53.969" v="64"/>
        <pc:sldMkLst>
          <pc:docMk/>
          <pc:sldMk cId="3159531879" sldId="259"/>
        </pc:sldMkLst>
        <pc:spChg chg="del">
          <ac:chgData name="karne vishwanath" userId="48383a22713bf2a6" providerId="LiveId" clId="{3F9E6FAB-1AA0-49F7-AE06-8370F4959CC7}" dt="2024-11-21T08:45:46.793" v="22"/>
          <ac:spMkLst>
            <pc:docMk/>
            <pc:sldMk cId="3159531879" sldId="259"/>
            <ac:spMk id="3" creationId="{29850996-26A5-AF73-9E08-C12A4E5D1D76}"/>
          </ac:spMkLst>
        </pc:spChg>
        <pc:picChg chg="add mod">
          <ac:chgData name="karne vishwanath" userId="48383a22713bf2a6" providerId="LiveId" clId="{3F9E6FAB-1AA0-49F7-AE06-8370F4959CC7}" dt="2024-11-21T08:45:56.725" v="27" actId="14100"/>
          <ac:picMkLst>
            <pc:docMk/>
            <pc:sldMk cId="3159531879" sldId="259"/>
            <ac:picMk id="5" creationId="{3F45A113-34A5-C16B-2614-27AD193348EA}"/>
          </ac:picMkLst>
        </pc:picChg>
      </pc:sldChg>
      <pc:sldChg chg="addSp delSp modSp new mod modTransition">
        <pc:chgData name="karne vishwanath" userId="48383a22713bf2a6" providerId="LiveId" clId="{3F9E6FAB-1AA0-49F7-AE06-8370F4959CC7}" dt="2024-11-21T08:48:53.969" v="64"/>
        <pc:sldMkLst>
          <pc:docMk/>
          <pc:sldMk cId="2097490002" sldId="260"/>
        </pc:sldMkLst>
        <pc:spChg chg="del">
          <ac:chgData name="karne vishwanath" userId="48383a22713bf2a6" providerId="LiveId" clId="{3F9E6FAB-1AA0-49F7-AE06-8370F4959CC7}" dt="2024-11-21T08:46:06.295" v="29"/>
          <ac:spMkLst>
            <pc:docMk/>
            <pc:sldMk cId="2097490002" sldId="260"/>
            <ac:spMk id="3" creationId="{5C1F0301-2F0A-28E8-288A-849B90967887}"/>
          </ac:spMkLst>
        </pc:spChg>
        <pc:picChg chg="add mod">
          <ac:chgData name="karne vishwanath" userId="48383a22713bf2a6" providerId="LiveId" clId="{3F9E6FAB-1AA0-49F7-AE06-8370F4959CC7}" dt="2024-11-21T08:46:20.117" v="35" actId="14100"/>
          <ac:picMkLst>
            <pc:docMk/>
            <pc:sldMk cId="2097490002" sldId="260"/>
            <ac:picMk id="5" creationId="{21F8048A-9EBE-B204-A6FE-370FDFD756E1}"/>
          </ac:picMkLst>
        </pc:picChg>
      </pc:sldChg>
      <pc:sldChg chg="addSp delSp modSp new mod modTransition">
        <pc:chgData name="karne vishwanath" userId="48383a22713bf2a6" providerId="LiveId" clId="{3F9E6FAB-1AA0-49F7-AE06-8370F4959CC7}" dt="2024-11-21T08:48:53.969" v="64"/>
        <pc:sldMkLst>
          <pc:docMk/>
          <pc:sldMk cId="2621878910" sldId="261"/>
        </pc:sldMkLst>
        <pc:spChg chg="del">
          <ac:chgData name="karne vishwanath" userId="48383a22713bf2a6" providerId="LiveId" clId="{3F9E6FAB-1AA0-49F7-AE06-8370F4959CC7}" dt="2024-11-21T08:46:28.051" v="37"/>
          <ac:spMkLst>
            <pc:docMk/>
            <pc:sldMk cId="2621878910" sldId="261"/>
            <ac:spMk id="3" creationId="{69094F62-3417-AADC-1EB1-4494A5A8D6C6}"/>
          </ac:spMkLst>
        </pc:spChg>
        <pc:picChg chg="add mod">
          <ac:chgData name="karne vishwanath" userId="48383a22713bf2a6" providerId="LiveId" clId="{3F9E6FAB-1AA0-49F7-AE06-8370F4959CC7}" dt="2024-11-21T08:46:43.876" v="43" actId="14100"/>
          <ac:picMkLst>
            <pc:docMk/>
            <pc:sldMk cId="2621878910" sldId="261"/>
            <ac:picMk id="5" creationId="{BEDD04F0-C0DC-344A-BBA4-0A594FEF764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422F-0F83-FA94-A07C-93AF5A0DC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455E5-D870-9A6E-7F7D-F918DE86F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29460-383E-5882-AC6C-E7FCC3EE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42E98-5733-B7D3-5A21-A3BA44F5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73F3B-9323-C6D1-92E8-609CBD90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9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D106-D64A-333B-E397-8475DFD0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7D1DE-7B88-65BD-4D5C-3AA978FAD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E643C-5D34-61CF-25FC-2F6ED5B5A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BD9CB-0D84-E977-C001-69ADF32A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0E83F-816C-97D2-C121-A686EDEB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78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49C7-C96B-D32A-14BE-C96CF471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16127-008A-1AA1-01D7-42C98B613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9DDD8-7CDD-C662-A926-8FD3418A8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1C0D1-4B98-E3DE-F6BB-BB974FD01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724DF-36BA-611C-0F02-FD5AAED3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24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27B5-B399-0174-9E4B-6FB55C6CE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EDB8D-C407-465E-E88D-B420EDE8A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A5AED-9165-15D3-794D-B089B11D5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525B8-9C1D-96AA-CF6C-1EC62958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46ABF-B2D7-E98B-18C0-64C88A518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D4CAC-FD21-A47E-1896-36FC98EA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43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6B24-A9EF-57BD-36C8-2D52FA70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DAD4D-A91F-E5BE-4310-91753FA7A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D5F59-9141-861B-5871-8278D7F96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140D4-B1A5-DCB8-3A27-7F0795F59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B968B-C00D-1AE3-B3E8-896184E68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9DDB4-8173-009B-9EF4-512C55BC3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906B96-36A8-44F0-6A26-A162CE5E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9A019E-31F6-0348-AAEC-21637C65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91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42F7-0D34-63C2-6C7E-9839DA2A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D95C0-73DD-FBBC-141F-F5550912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68C33-CF21-886D-7C18-5C927C03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82EAB8-2050-4C16-8969-E18DD420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24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FA534-C138-413C-B9A3-E7D9230C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93A02-C7D2-4143-1C6E-38406B5DB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E3D8B-B504-BFDD-CE36-81079D41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2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F13F-8FB1-935F-74B7-A8FAF591C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941F0-78C2-F594-4336-E40829A87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D3FD0-E2F4-2ACD-10F1-23ACD2200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E1FEA-4F2B-1A68-8D21-3BC49701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66C82-6BC6-CDDC-5324-01E85FE6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EAEA5-4665-A3B9-3528-0143D33A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83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77B5-AE04-B9AA-8E15-F2244C4F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79B81-B324-1DCB-E675-BF2D530ABC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5ED3C-A0CB-2E67-212A-EBC4A7C7C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DC50C-FCD2-A8A3-AEC5-42E25902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80CE2-BC6B-B11B-CBEE-915BDB2A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B40DC-F496-7A08-3EF7-05C745EED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02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70DE-DF68-B02E-FD16-0BB8C1CD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7CE61-B124-AA98-F58D-75C3B4F74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E4185-43C9-2A94-21E7-33D370C7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223B1-36AF-5787-5E0B-DF948C57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9F24E-782E-E09D-E047-CDC368A0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320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DCBB0D-B963-0320-9D41-14C88986F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7F028-610F-B582-3BBA-F63167437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9B11F-DB5F-579A-F8E1-9F30C2B9C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98B76-6D05-A83A-B818-95806E3E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FE11C-228A-C030-EB50-3E29D6A73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7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52EB3-9653-1E7E-3F93-CE781345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C5339-A619-66B7-90E9-8A98957E8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68D60-2C3C-09EF-FD15-927180274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24CA3-9A94-4DA4-A742-1EEE85156C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BEC9E-FF2D-4526-27FD-9803D4EA1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CBB5F-B3F9-604B-B57D-81DB3A3DD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3D3B4-74B4-4E2E-BCA1-D7A34DD05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33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56E3-079A-9720-C7F6-FF816334C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22D53-D91A-BC88-3EEF-67A44352B8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computer screen with text&#10;&#10;Description automatically generated">
            <a:extLst>
              <a:ext uri="{FF2B5EF4-FFF2-40B4-BE49-F238E27FC236}">
                <a16:creationId xmlns:a16="http://schemas.microsoft.com/office/drawing/2014/main" id="{00E23E41-203A-306C-FDD9-0FD864A9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47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8C73-3407-C226-5098-689261EA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7B216E6-F276-091B-2DD5-DEF12BF2A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2332"/>
            <a:ext cx="12221476" cy="6930332"/>
          </a:xfrm>
        </p:spPr>
      </p:pic>
    </p:spTree>
    <p:extLst>
      <p:ext uri="{BB962C8B-B14F-4D97-AF65-F5344CB8AC3E}">
        <p14:creationId xmlns:p14="http://schemas.microsoft.com/office/powerpoint/2010/main" val="930370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DE2C-C169-C827-91A5-F9AB9061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1FFB36EA-43FC-5114-0FEC-9CF4ADCB7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3902250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62C5-96BA-8F96-9183-260B7535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F45A113-34A5-C16B-2614-27AD19334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3159531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0CAF2-3EA0-06B8-09F6-7B874FA8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21F8048A-9EBE-B204-A6FE-370FDFD75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97490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AA7A-BF5E-487B-EACE-2AE0BA6B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EDD04F0-C0DC-344A-BBA4-0A594FEF7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2187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karne vishwanath</dc:creator>
  <cp:lastModifiedBy>karne vishwanath</cp:lastModifiedBy>
  <cp:revision>1</cp:revision>
  <dcterms:created xsi:type="dcterms:W3CDTF">2024-11-21T08:36:38Z</dcterms:created>
  <dcterms:modified xsi:type="dcterms:W3CDTF">2024-11-21T08:49:51Z</dcterms:modified>
</cp:coreProperties>
</file>